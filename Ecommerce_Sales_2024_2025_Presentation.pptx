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ny Yadav" userId="7ffbc6f805c2d2c2" providerId="LiveId" clId="{B6B2B67B-CBFB-48F2-BBA7-28F286D6AD1E}"/>
    <pc:docChg chg="modSld">
      <pc:chgData name="Sunny Yadav" userId="7ffbc6f805c2d2c2" providerId="LiveId" clId="{B6B2B67B-CBFB-48F2-BBA7-28F286D6AD1E}" dt="2026-10-25T14:43:30.967" v="39" actId="1035"/>
      <pc:docMkLst>
        <pc:docMk/>
      </pc:docMkLst>
      <pc:sldChg chg="modSp mod">
        <pc:chgData name="Sunny Yadav" userId="7ffbc6f805c2d2c2" providerId="LiveId" clId="{B6B2B67B-CBFB-48F2-BBA7-28F286D6AD1E}" dt="2026-10-25T14:43:30.967" v="39" actId="1035"/>
        <pc:sldMkLst>
          <pc:docMk/>
          <pc:sldMk cId="0" sldId="258"/>
        </pc:sldMkLst>
        <pc:spChg chg="mod">
          <ac:chgData name="Sunny Yadav" userId="7ffbc6f805c2d2c2" providerId="LiveId" clId="{B6B2B67B-CBFB-48F2-BBA7-28F286D6AD1E}" dt="2026-10-25T14:43:00.855" v="3" actId="1035"/>
          <ac:spMkLst>
            <pc:docMk/>
            <pc:sldMk cId="0" sldId="258"/>
            <ac:spMk id="9" creationId="{00000000-0000-0000-0000-000000000000}"/>
          </ac:spMkLst>
        </pc:spChg>
        <pc:spChg chg="mod">
          <ac:chgData name="Sunny Yadav" userId="7ffbc6f805c2d2c2" providerId="LiveId" clId="{B6B2B67B-CBFB-48F2-BBA7-28F286D6AD1E}" dt="2026-10-25T14:43:05.395" v="7" actId="103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unny Yadav" userId="7ffbc6f805c2d2c2" providerId="LiveId" clId="{B6B2B67B-CBFB-48F2-BBA7-28F286D6AD1E}" dt="2026-10-25T14:43:30.967" v="39" actId="103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nny Yadav" userId="7ffbc6f805c2d2c2" providerId="LiveId" clId="{B6B2B67B-CBFB-48F2-BBA7-28F286D6AD1E}" dt="2026-10-25T14:43:25.086" v="34" actId="1035"/>
          <ac:spMkLst>
            <pc:docMk/>
            <pc:sldMk cId="0" sldId="258"/>
            <ac:spMk id="1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Calibri"/>
              </a:rPr>
              <a:t>West: cancelled orders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Cancelled orders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B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182</c:v>
                </c:pt>
                <c:pt idx="1">
                  <c:v>616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DA-4A02-A779-20E6A2336B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Calibri"/>
              </a:rPr>
              <a:t>Orders by customer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B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8562</c:v>
                </c:pt>
                <c:pt idx="1">
                  <c:v>6811</c:v>
                </c:pt>
                <c:pt idx="2">
                  <c:v>4640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0-446F-A0F6-259E1D3910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B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9536</c:v>
                </c:pt>
                <c:pt idx="1">
                  <c:v>5529</c:v>
                </c:pt>
                <c:pt idx="2">
                  <c:v>5393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B0-446F-A0F6-259E1D3910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Calibri"/>
              </a:rPr>
              <a:t>Laptop orders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Laptop orders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B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1413</c:v>
                </c:pt>
                <c:pt idx="1">
                  <c:v>769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6-4EBF-91B7-5F55019BF4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Calibri"/>
              </a:rPr>
              <a:t>Average discount (approx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2025 (%)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B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Others (typical)</c:v>
                </c:pt>
                <c:pt idx="1">
                  <c:v>Furnishings, Bookcases, Tables, Chairs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B1-418F-BFF9-EBF13F0E43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Calibri"/>
              </a:rPr>
              <a:t>Recoverable revenue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Crore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B4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Late-shipped cancels</c:v>
                </c:pt>
                <c:pt idx="1">
                  <c:v>Laptop volume</c:v>
                </c:pt>
                <c:pt idx="2">
                  <c:v>Tables &amp; Bookcases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1.43</c:v>
                </c:pt>
                <c:pt idx="1">
                  <c:v>4</c:v>
                </c:pt>
                <c:pt idx="2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53-4977-A16E-8AB8C03D45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B4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140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sunny7600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unny-yadav-180ba2227/" TargetMode="External"/><Relationship Id="rId4" Type="http://schemas.openxmlformats.org/officeDocument/2006/relationships/hyperlink" Target="https://github.com/Sunny7600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ysunny7600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in/sunny-yadav-180ba2227/" TargetMode="External"/><Relationship Id="rId4" Type="http://schemas.openxmlformats.org/officeDocument/2006/relationships/hyperlink" Target="https://github.com/Sunny760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64008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Sales Analysis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5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root cause of the 2025 revenue drop and estimating how much could be recovered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Data Analyst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ysunny7600@gmail.com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github.com/Sunny7600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linkedin.com/in/sunny-yadav-180ba2227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D5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MySQL  • 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Approach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40,471 orders from Jan 2024 to Dec 2025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4F5F7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sales dropped by about 18% YoY in 2025 compared to 2024. Management wants to: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root cause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losses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 action plan to recover lost revenue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did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(Jupyter)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847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raw CSV into an analysis-ready file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8072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data, ran CTEs, CASE WHEN and YoY comparisons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7673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slicers and KPIs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fell more than the 18% reported, while orders still grew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182880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64008" cy="100584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255936"/>
            <a:ext cx="1554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-21.03%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812341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 YoY (delivered orders)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82880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188720"/>
            <a:ext cx="64008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255936"/>
            <a:ext cx="1554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+2.22%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1812341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YoY (20,013 to 20,458)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1188720"/>
            <a:ext cx="182880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188720"/>
            <a:ext cx="64008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219600"/>
            <a:ext cx="15544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₹5.68 Cr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679109"/>
            <a:ext cx="1554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cancelled + returned orders in 2025 (₹5.53 Cr in 2024)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1188720"/>
            <a:ext cx="2148840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188720"/>
            <a:ext cx="64008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280160"/>
            <a:ext cx="18745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1812341"/>
            <a:ext cx="187452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8803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orders but less money, so the problem is not demand alone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 losses went down, but cancelled order losses jumped in 2025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calculation shows a 21.03% net sales drop, not the 18% in the brief, so I flagged the gap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totals (2024-25)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sales: 1.07bn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sales: 848.71M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Delivered: 89.05%, Returned: 6.12%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1: West Region Shipping Delays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tripled where delivery got slower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9728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188720"/>
            <a:ext cx="1828800" cy="91440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188720"/>
            <a:ext cx="64008" cy="9144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2.01 to 6.23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7556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shipping delay (days)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1188720"/>
            <a:ext cx="1874520" cy="91440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1188720"/>
            <a:ext cx="64008" cy="91440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280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3.91 to 3.14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7556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rating (-0.78)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377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regions had only small changes in cancellations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regions kept ratings stable at 3.86 to 3.92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delays led to more cancellations and unhappy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2: Corporate Segment &amp; Laptops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orders fell while other segments grew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9728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846320" y="1097280"/>
          <a:ext cx="2011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949440" y="1188720"/>
            <a:ext cx="1691640" cy="91440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49440" y="1188720"/>
            <a:ext cx="64008" cy="9144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32320" y="1280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-45.6%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17556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orders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22860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also dropped in Corporate. Laptops cost the most, so their fall hurt revenue the most.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3: Heavy Discounts Did Not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furniture sub-categories got much bigger discounts in 2025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9728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754880" y="12801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sub-categories stayed near 8 to 9% discount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jumped to about 20 to 21% in 2025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 and Furnishings saw only slight net sales gains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Bookcases saw net sales fall even with the deeper discounts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discount strategy was largely ineffective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Simulation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could have been saved if the issues were fixed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09728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188720"/>
            <a:ext cx="3291840" cy="914400"/>
          </a:xfrm>
          <a:prstGeom prst="rect">
            <a:avLst/>
          </a:prstGeom>
          <a:solidFill>
            <a:srgbClr val="F4F5F7"/>
          </a:solidFill>
          <a:ln w="9525">
            <a:solidFill>
              <a:srgbClr val="E1E4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0" y="1188720"/>
            <a:ext cx="64008" cy="9144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₹5.70 Crore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7556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potential recovery (₹57,006,531)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3774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₹1.43 Cr: 738 orders in 2025 cancelled after delays over 2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₹4.00 Cr: 573 lost Laptop orders (delivered 1,248 to 675) at the 2025 avg net price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₹26.73 L: Bookcases ₹8.88L + Tables ₹17.85L back to the 2024 baseline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view with filters for date, order status, segment and region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7" name="Image 0" descr="/home/claude/das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097280"/>
            <a:ext cx="62179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Takeaways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Yadav  |  Ecommerce Sales Analysis 2024-25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should 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West region logistics and keep delays under 2 days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why Corporate customers stopped buying Laptops and win them 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blanket discounts on Tables and Bookcases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shipping delay and cancellations as early warning KPIs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2801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in Python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SQL: CTEs, CASE WHEN, aggregations, YoY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 and storytelling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recommendations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246120"/>
            <a:ext cx="3840480" cy="1234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337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ysunny7600@gmail.com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github.com/Sunny7600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linkedin.com/in/sunny-yadav-180ba2227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Revenue Loss Analysis 2024-2025</dc:title>
  <dc:subject>PptxGenJS Presentation</dc:subject>
  <dc:creator>Sunny Yadav</dc:creator>
  <cp:lastModifiedBy>Sunny Yadav</cp:lastModifiedBy>
  <cp:revision>1</cp:revision>
  <dcterms:created xsi:type="dcterms:W3CDTF">2026-10-25T14:37:07Z</dcterms:created>
  <dcterms:modified xsi:type="dcterms:W3CDTF">2026-10-25T14:43:38Z</dcterms:modified>
</cp:coreProperties>
</file>